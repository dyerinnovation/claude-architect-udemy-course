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you're watching this, you're preparing for one of the most interesting certification exams in AI right now.</a:t>
            </a:r>
          </a:p>
          <a:p/>
          <a:p>
            <a:r>
              <a:t>The Claude Certified Architect Foundations exam tests something most exams don't — judgment.</a:t>
            </a:r>
          </a:p>
          <a:p/>
          <a:p>
            <a:r>
              <a:t>Not memorization. Not syntax recall. Judgment about *when* to use which pattern, and *why*.</a:t>
            </a:r>
          </a:p>
          <a:p/>
          <a:p>
            <a:r>
              <a:t>That's what this course is built around.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course is for solution architects and senior engineers building production AI systems with Claude.</a:t>
            </a:r>
          </a:p>
          <a:p/>
          <a:p>
            <a:r>
              <a:t>You should have basic familiarity with LLM APIs — calling an endpoint, parsing a response, that kind of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don't need deep Anthropic SDK experience. But if you've never made an API call at all, pair this course with the Anthropic quickstart guide first.</a:t>
            </a:r>
          </a:p>
          <a:p/>
          <a:p>
            <a:r>
              <a:t>What you don't need: machine learning theory, Claude training internals, or neural network knowledge. Those topics are completely out of scope for this exam.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course follows the exam structure directly.</a:t>
            </a:r>
          </a:p>
          <a:p/>
          <a:p>
            <a:r>
              <a:t>Section 1 — where you are now — covers exam strategy and orientation.</a:t>
            </a:r>
          </a:p>
          <a:p/>
          <a:p>
            <a:r>
              <a:t>Sections 2 through 6 go deep on each of the five domains, in exam-weight order. The most heavily weighted domain comes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 dissects all six exam scenarios. Section 8 walks through every official sample question. And Section 9 is your last-night cram guide — the 20 things you must know cold.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the end of this course, you'll understand exactly how Claude's agentic loop works — and precisely what breaks it.</a:t>
            </a:r>
          </a:p>
          <a:p/>
          <a:p>
            <a:r>
              <a:t>You'll be able to design tool interfaces that Claude reliably selects, and write error responses that guide the agent to recover correctly.</a:t>
            </a:r>
          </a:p>
          <a:p/>
          <a:p>
            <a:r>
              <a:t>You'll know how to configure Claude Code for a multi-developer team environment, not just for personal use.</a:t>
            </a:r>
          </a:p>
          <a:p/>
          <a:p>
            <a:r>
              <a:t>And you'll have analyzed all 12 official sample questions from Anthropic's exam guide — including every distractor and why it fails.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most important thing to understand about this exam before you start studying.</a:t>
            </a:r>
          </a:p>
          <a:p/>
          <a:p>
            <a:r>
              <a:t>The exam doesn't test trivia. It tests judgment.</a:t>
            </a:r>
          </a:p>
          <a:p/>
          <a:p>
            <a:r>
              <a:t>Every question gives you a scenario and asks you to choose the *best* architectural decision. The wrong answers aren't obviously wrong — they're decisions that would be correct in a different context.</a:t>
            </a:r>
          </a:p>
          <a:p/>
          <a:p>
            <a:r>
              <a:t>So your study goal is not to memorize API parameters. It's to understand the principles well enough to apply them to scenarios you've never seen before.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This exam tests judgment about *when* to use each pattern — not syntax recall</a:t>
            </a:r>
          </a:p>
          <a:p>
            <a:r>
              <a:t>- Domain 1 (Agentic Architecture) at 27% is your biggest lever — start there</a:t>
            </a:r>
          </a:p>
          <a:p>
            <a:r>
              <a:t>- Wrong answers are carefully designed distractors — understanding why they fail is as important as knowing the right answer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Welcome to Claude Certified Architect –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C8D0"/>
                </a:solidFill>
                <a:latin typeface="Calibri"/>
              </a:rPr>
              <a:t>Lecture 1.1  •  Section 1 — Course Introduction &amp; Exam Strategy</a:t>
            </a:r>
          </a:p>
        </p:txBody>
      </p:sp>
      <p:pic>
        <p:nvPicPr>
          <p:cNvPr id="5" name="Picture 4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504" y="6172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Who This Course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This course is for solution architects and senior engineers building production AI systems with Claude.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You should have basic familiarity with LLM APIs — calling an endpoint, parsing a response, that kind of thing.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Who This Course Is For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You don't need deep Anthropic SDK experience. But if you've never made an API call at all, pair this course with the Anthropic quickstart guide first.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What you don't need: machine learning theory, Claude training internals, or neural network knowledge. Those topics are completely out of scope for this exam.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This Course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This course follows the exam structure directly.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Section 1 — where you are now — covers exam strategy and orientation.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Sections 2 through 6 go deep on each of the five domains, in exam-weight order. The most heavily weighted domain comes first.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This Course Covers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Section 7 dissects all six exam scenarios. Section 8 walks through every official sample question. And Section 9 is your last-night cram guide — the 20 things you must know cold.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You'll Be Able to Do After This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By the end of this course, you'll understand exactly how Claude's agentic loop works — and precisely what breaks it.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You'll be able to design tool interfaces that Claude reliably selects, and write error responses that guide the agent to recover correctly.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You'll know how to configure Claude Code for a multi-developer team environment, not just for personal use.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And you'll have analyzed all 12 official sample questions from Anthropic's exam guide — including every distractor and why it fails.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3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EXAM TIP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4A"/>
                </a:solidFill>
                <a:latin typeface="Calibri"/>
              </a:rPr>
              <a:t>Exam Tip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5303520" cy="4114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Calibri"/>
              </a:rPr>
              <a:t>The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928"/>
                </a:solidFill>
                <a:latin typeface="Calibri"/>
              </a:rPr>
              <a:t>Here's the most important thing to understand about this exam before you start studying.</a:t>
            </a:r>
            <a:br/>
            <a:br/>
            <a:r>
              <a:t>The exam doesn't test trivia. It tests judgment.</a:t>
            </a:r>
            <a:br/>
            <a:br/>
            <a:r>
              <a:t>Every question gives you a scenario and asks you to choose 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22415" y="2103120"/>
            <a:ext cx="5303520" cy="41148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295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8A5A"/>
                </a:solidFill>
                <a:latin typeface="Calibri"/>
              </a:rPr>
              <a:t>Correct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295" y="27432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928"/>
                </a:solidFill>
                <a:latin typeface="Calibri"/>
              </a:rPr>
              <a:t/>
            </a:r>
          </a:p>
        </p:txBody>
      </p:sp>
      <p:pic>
        <p:nvPicPr>
          <p:cNvPr id="11" name="Picture 10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to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This exam tests judgment about *when* to use each pattern — not syntax recall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84248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92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Domain 1 (Agentic Architecture) at 27% is your biggest lever — start there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42616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5117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Wrong answers are carefully designed distractors — understanding why they fail is as important as knowing the right answer</a:t>
            </a:r>
          </a:p>
        </p:txBody>
      </p:sp>
      <p:pic>
        <p:nvPicPr>
          <p:cNvPr id="12" name="Picture 11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