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talk about the mechanics of this exam so you know exactly what you're walking into.</a:t>
            </a:r>
          </a:p>
          <a:p/>
          <a:p>
            <a:r>
              <a:t>The Claude Certified Architect Foundations exam uses scaled scoring from 100 to 1000.</a:t>
            </a:r>
          </a:p>
          <a:p/>
          <a:p>
            <a:r>
              <a:t>To pass, you need 720.</a:t>
            </a:r>
          </a:p>
          <a:p/>
          <a:p>
            <a:r>
              <a:t>That's roughly 72% — a rigorous threshold, but one you can hit reliably with the right preparation.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Scaled scoring means your raw number of correct answers is converted to a score on the 100-1000 scale.</a:t>
            </a:r>
          </a:p>
          <a:p/>
          <a:p>
            <a:r>
              <a:t>You don't need to score 720 out of 1000 questions. The 720 represents your adjusted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 practically: aim to understand concepts thoroughly, not just clear the minimum. A strong understanding of Domains 1, 3, and 4 — which together account for 67% of the exam — will carry you well past 720.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question is multiple choice with exactly four options and one correct answer.</a:t>
            </a:r>
          </a:p>
          <a:p/>
          <a:p>
            <a:r>
              <a:t>The questions are scenario-based. You won't be asked "define stop_reason." You'll be given a situation — an architecture decision, a broken system, a tradeoff — and asked which approach is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no true/false questions or free-response items in the exam itself. However, preparing for this exam by thinking through scenarios out loud is one of the best study techniques, because the exam rewards explained reasoning — even if you don't write it down.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piece of the exam format that surprises candidates most.</a:t>
            </a:r>
          </a:p>
          <a:p/>
          <a:p>
            <a:r>
              <a:t>The exam presents six scenarios. You must answer questions related to four of them.</a:t>
            </a:r>
          </a:p>
          <a:p/>
          <a:p>
            <a:r>
              <a:t>Which four? You don't know in advance. Anthropic chooses, not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means you must prepare for all six. You cannot skip two scenarios hoping they won't appear. The six scenarios are:</a:t>
            </a:r>
          </a:p>
          <a:p/>
          <a:p>
            <a:r>
              <a:t>Customer Support Resolution Agent, Code Generation with Claude Code, Multi-Agent Research System, Developer Productivity with Claude, Claude Code for CI/CD, and Structured Data Extraction.</a:t>
            </a:r>
          </a:p>
          <a:p/>
          <a:p>
            <a:r>
              <a:t>Each maps strongly to one or two exam domains. Section 7 of this course does a deep dive on each.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penalty for incorrect answers on this exam.</a:t>
            </a:r>
          </a:p>
          <a:p/>
          <a:p>
            <a:r>
              <a:t>Wrong answers score zero. They do not subtract points from your total.</a:t>
            </a:r>
          </a:p>
          <a:p/>
          <a:p>
            <a:r>
              <a:t>This changes your strategy for questions you're unsure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leave a question blank. If you're down to two options, pick the one that seems most consistent with the principle "programmatic constraints beat prompt guidance for hard rules" — that's often the tie-breaker pattern on Domain 1 and 4 questions.</a:t>
            </a:r>
          </a:p>
          <a:p/>
          <a:p>
            <a:r>
              <a:t>Use your time budget to review flagged questions, but always submit an answer on every question before time runs out.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There's no published time limit in the exam guide, so manage your time conservatively.</a:t>
            </a:r>
          </a:p>
          <a:p/>
          <a:p>
            <a:r>
              <a:t>For multiple-choice certification exams like this, a good heuristic is about 90 seconds per question on the first pass.</a:t>
            </a:r>
          </a:p>
          <a:p/>
          <a:p>
            <a:r>
              <a:t>If you're stuck on a question for more than two minutes, flag it and move on. Come back with fresh eyes.</a:t>
            </a:r>
          </a:p>
          <a:p/>
          <a:p>
            <a:r>
              <a:t>The scenario-based questions reward careful reading over quick intuition — take the time to identify what the question is actually testing before you look at the answers.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common mistake candidates make is anchoring on the answer choices before fully reading the scenario.</a:t>
            </a:r>
          </a:p>
          <a:p/>
          <a:p>
            <a:r>
              <a:t>Domain 1 questions in particular contain multiple architectural details. Missing one detail — like "the customer explicitly asked to speak with a human" — changes the correct answer completely.</a:t>
            </a:r>
          </a:p>
          <a:p/>
          <a:p>
            <a:r>
              <a:t>Read the full question stem. Identify what problem it's describing. Then look at the answers.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Passing score is 720 out of 1000 (scaled scoring — not raw correct count)</a:t>
            </a:r>
          </a:p>
          <a:p>
            <a:r>
              <a:t>- Four of six scenarios appear on your exam — you must prepare for all six</a:t>
            </a:r>
          </a:p>
          <a:p>
            <a:r>
              <a:t>- No penalty for wrong answers — always submit something on every question</a:t>
            </a:r>
          </a:p>
          <a:p>
            <a:r>
              <a:t>- Read the full question stem before evaluating answer choices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Is the CCA-F Exam, Exactly?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Let's talk about the mechanics of this exam so you know exactly what you're walking into.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Claude Certified Architect Foundations exam uses scaled scoring from 100 to 1000.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To pass, you need 720.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That's roughly 72% — a rigorous threshold, but one you can hit reliably with the right preparation.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Scaled Scoring — What That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Scaled scoring means your raw number of correct answers is converted to a score on the 100-1000 scale.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You don't need to score 720 out of 1000 questions. The 720 represents your adjusted performance.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Scaled Scoring — What That Means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What this means practically: aim to understand concepts thoroughly, not just clear the minimum. A strong understanding of Domains 1, 3, and 4 — which together account for 67% of the exam — will carry you well past 720.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Question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Every question is multiple choice with exactly four options and one correct answer.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questions are scenario-based. You won't be asked "define stop_reason." You'll be given a situation — an architecture decision, a broken system, a tradeoff — and asked which approach is best.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Question Format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There are no true/false questions or free-response items in the exam itself. However, preparing for this exam by thinking through scenarios out loud is one of the best study techniques, because the exam rewards explained reasoning — even if you don't write it down.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Scenario Structure — 6 Presented, 4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Here's the piece of the exam format that surprises candidates most.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exam presents six scenarios. You must answer questions related to four of them.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Which four? You don't know in advance. Anthropic chooses, not you.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Scenario Structure — 6 Presented, 4 Required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This means you must prepare for all six. You cannot skip two scenarios hoping they won't appear. The six scenarios are: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Customer Support Resolution Agent, Code Generation with Claude Code, Multi-Agent Research System, Developer Productivity with Claude, Claude Code for CI/CD, and Structured Data Extraction.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Each maps strongly to one or two exam domains. Section 7 of this course does a deep dive on each.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No Penalty for Guessing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50584" y="1097280"/>
            <a:ext cx="45720" cy="530352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CAF50"/>
                </a:solidFill>
                <a:latin typeface="Calibri"/>
              </a:rPr>
              <a:t>Option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There is no penalty for incorrect answers on this exam.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Wrong answers score zero. They do not subtract points from your total.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This changes your strategy for questions you're unsure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7377"/>
                </a:solidFill>
                <a:latin typeface="Calibri"/>
              </a:rPr>
              <a:t>Option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9" name="Picture 8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No Penalty for Guessing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50584" y="1097280"/>
            <a:ext cx="45720" cy="530352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CAF50"/>
                </a:solidFill>
                <a:latin typeface="Calibri"/>
              </a:rPr>
              <a:t>Option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Never leave a question blank. If you're down to two options, pick the one that seems most consistent with the principle "programmatic constraints beat prompt guidance for hard rules" — that's often the tie-breaker pattern on Domain 1 and 4 questions.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Use your time budget to review flagged questions, but always submit an answer on every question before time runs out.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7377"/>
                </a:solidFill>
                <a:latin typeface="Calibri"/>
              </a:rPr>
              <a:t>Option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9" name="Picture 8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Time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There's no published time limit in the exam guide, so manage your time conservatively.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For multiple-choice certification exams like this, a good heuristic is about 90 seconds per question on the first pass.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If you're stuck on a question for more than two minutes, flag it and move on. Come back with fresh eyes.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scenario-based questions reward careful reading over quick intuition — take the time to identify what the question is actually testing before you look at the answers.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EXAM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4A"/>
                </a:solidFill>
                <a:latin typeface="Calibri"/>
              </a:rPr>
              <a:t>Exam Tip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5303520" cy="4114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The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>The most common mistake candidates make is anchoring on the answer choices before fully reading the scenario.</a:t>
            </a:r>
            <a:br/>
            <a:br/>
            <a:r>
              <a:t>Domain 1 questions in particular contain multiple architectural details. Missing one deta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2415" y="2103120"/>
            <a:ext cx="5303520" cy="4114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8A5A"/>
                </a:solidFill>
                <a:latin typeface="Calibri"/>
              </a:rPr>
              <a:t>Correct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295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11" name="Picture 10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Passing score is 720 out of 1000 (scaled scoring — not raw correct count)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84248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92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Four of six scenarios appear on your exam — you must prepare for all six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42616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No penalty for wrong answers — always submit something on every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00984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954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Read the full question stem before evaluating answer choices</a:t>
            </a:r>
          </a:p>
        </p:txBody>
      </p:sp>
      <p:pic>
        <p:nvPicPr>
          <p:cNvPr id="14" name="Picture 13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