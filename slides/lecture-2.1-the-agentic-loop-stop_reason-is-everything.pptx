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fundamental question you must answer when building any agentic system with Claude.</a:t>
            </a:r>
          </a:p>
          <a:p/>
          <a:p>
            <a:r>
              <a:t>How does Claude communicate to your code whether it's done — or whether it needs you to do something first?</a:t>
            </a:r>
          </a:p>
          <a:p/>
          <a:p>
            <a:r>
              <a:t>The answer is a single field in every API response: `stop_reason`.</a:t>
            </a:r>
          </a:p>
          <a:p/>
          <a:p>
            <a:r>
              <a:t>Get this wrong, and your agent either terminates before it finishes, or loops forever. There is no middle ground.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show you the complete loop structure.</a:t>
            </a:r>
          </a:p>
          <a:p/>
          <a:p>
            <a:r>
              <a:t>You send a request to Claude. Claude responds with a message that always includes a `stop_reason`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`stop_reason` is `"tool_use"`, Claude is telling you: I've decided to call a tool. Execute the tool, take the result, append it to the conversation, and send the next request. Keep going.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`stop_reason` is `"end_turn"`, Claude is telling you: I'm done. The response is complete. Don't loop. Return it to the user.</a:t>
            </a:r>
          </a:p>
          <a:p/>
          <a:p>
            <a:r>
              <a:t>That's the entire loop. The `stop_reason` field is the signal. Your code responds to it.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what this looks like in code.</a:t>
            </a:r>
          </a:p>
          <a:p/>
          <a:p>
            <a:r>
              <a:t>[CODE BLOCK]</a:t>
            </a:r>
          </a:p>
          <a:p/>
          <a:p>
            <a:r>
              <a:t>Notice the structure: `while True` loop with an explicit `break` on `end_turn`.</a:t>
            </a:r>
          </a:p>
          <a:p/>
          <a:p>
            <a:r>
              <a:t>The loop is intentionally unbounded — Claude drives the termination, not a counter.</a:t>
            </a:r>
          </a:p>
          <a:p/>
          <a:p>
            <a:r>
              <a:t>And the tool results get appended to the conversation history before the next call. That's not optional. Claude needs to see what its tools returned.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`stop_reason` is `"tool_use"`, the response content contains a tool use block.</a:t>
            </a:r>
          </a:p>
          <a:p/>
          <a:p>
            <a:r>
              <a:t>It has four key parts: the `type` ("tool_use"), the `id` (a unique identifier for this specific call), the `name` (which tool Claude selected), and the `input` (the arguments Claude decided to pass).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`id` matters because when you send the tool result back, you must reference this same ID. Claude uses it to match results to requests — especially when multiple tools are called in the same response.</a:t>
            </a:r>
          </a:p>
          <a:p/>
          <a:p>
            <a:r>
              <a:t>Your code's job: find all `"tool_use"` blocks in the content, execute each tool with the provided inputs, and package the results back with matching IDs.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common implementation mistake: forgetting to append both the assistant message AND the tool result before the next call.</a:t>
            </a:r>
          </a:p>
          <a:p/>
          <a:p>
            <a:r>
              <a:t>This is the required sequence on every iteration:</a:t>
            </a:r>
          </a:p>
          <a:p/>
          <a:p>
            <a:r>
              <a:t>First, append the full assistant response (the one containing the `tool_use` block) to the messages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Second, append a user message containing the tool result. This is formatted as a list of tool_result blocks, each with the `tool_use_id` matching Claude's request, the content (the actual result), and whether it's an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make the next API call with the full updated messages array.</a:t>
            </a:r>
          </a:p>
          <a:p/>
          <a:p>
            <a:r>
              <a:t>Skip either step, and Claude's context is incomplete. It will either repeat itself or hallucinate what the tool returned.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are other `stop_reason` values — like `"max_tokens"` and `"stop_sequence"` — but for agentic loops, these two are the only ones you need to make decisions about.</a:t>
            </a:r>
          </a:p>
          <a:p/>
          <a:p>
            <a:r>
              <a:t>`"tool_use"` means: Claude made a decision to call a tool. The loop must continue. **Do not** treat this as a complete response. **Do not** return this to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`"end_turn"` means: Claude has completed its response. The loop must stop. **Do not** keep looping "just to check." **Do not** inspect the text for keywords like "done" or "finished."</a:t>
            </a:r>
          </a:p>
          <a:p/>
          <a:p>
            <a:r>
              <a:t>The field speaks. Believe it.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exam will present scenarios where a candidate is doing something other than reading `stop_reason` to control the loop.</a:t>
            </a:r>
          </a:p>
          <a:p/>
          <a:p>
            <a:r>
              <a:t>Examples you'll see as distractors: checking if the response text contains the word "done" or "complete," setting a maximum iteration counter as the primary exit condition, or checking whether the response includes a tool_use block in the content (instead of checking the `stop_reason` field).</a:t>
            </a:r>
          </a:p>
          <a:p/>
          <a:p>
            <a:r>
              <a:t>All of these are anti-patterns. The correct pattern is exactly one thing: read `stop_reason` from the response object.</a:t>
            </a:r>
          </a:p>
          <a:p/>
          <a:p>
            <a:r>
              <a:t>If it's `"end_turn"`, stop. If it's `"tool_use"`, execute tools and continue. That's it.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`stop_reason = "tool_use"` → execute tool, append result, loop back</a:t>
            </a:r>
          </a:p>
          <a:p>
            <a:r>
              <a:t>- `stop_reason = "end_turn"` → return response to user, stop</a:t>
            </a:r>
          </a:p>
          <a:p>
            <a:r>
              <a:t>- **Always append both the assistant message AND tool result** before the next call</a:t>
            </a:r>
          </a:p>
          <a:p>
            <a:r>
              <a:t>- **The loop is `while True` with an explicit break** — Claude drives termination</a:t>
            </a:r>
          </a:p>
          <a:p>
            <a:r>
              <a:t>- **Never use text content inspection** to decide whether to continue looping</a:t>
            </a:r>
          </a:p>
          <a:p>
            <a:r>
              <a:t>- This pattern applies to every scenario on the exam — master it first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Question Every Agentic System Must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Here's the fundamental question you must answer when building any agentic system with Claude.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How does Claude communicate to your code whether it's done — or whether it needs you to do something first?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The answer is a single field in every API response: `stop_reason`.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Get this wrong, and your agent either terminates before it finishes, or loops forever. There is no middle ground.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the Agentic Loop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Let me show you the complete loop structure.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You send a request to Claude. Claude responds with a message that always includes a `stop_reason` field.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the Agentic Loop Looks Like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If `stop_reason` is `"tool_use"`, Claude is telling you: I've decided to call a tool. Execute the tool, take the result, append it to the conversation, and send the next request. Keep going.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the Agentic Loop Looks Like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If `stop_reason` is `"end_turn"`, Claude is telling you: I'm done. The response is complete. Don't loop. Return it to the user.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That's the entire loop. The `stop_reason` field is the signal. Your code responds to it.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Code Pattern — The Canonical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solidFill>
            <a:srgbClr val="1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8D5C2"/>
                </a:solidFill>
                <a:latin typeface="Courier New"/>
              </a:rPr>
              <a:t>messages = [{"role": "user", "content": initial_prompt}]</a:t>
            </a:r>
            <a:br/>
            <a:br/>
            <a:r>
              <a:t>while True:</a:t>
            </a:r>
            <a:br/>
            <a:r>
              <a:t>    response = client.messages.create(</a:t>
            </a:r>
            <a:br/>
            <a:r>
              <a:t>        model="claude-opus-4-6",</a:t>
            </a:r>
            <a:br/>
            <a:r>
              <a:t>        tools=tools,</a:t>
            </a:r>
            <a:br/>
            <a:r>
              <a:t>        messages=messages</a:t>
            </a:r>
            <a:br/>
            <a:r>
              <a:t>    )</a:t>
            </a:r>
            <a:br/>
            <a:br/>
            <a:r>
              <a:t>    # The exit condition — always check stop_reason first</a:t>
            </a:r>
            <a:br/>
            <a:r>
              <a:t>    if response.stop_reason == "end_turn":</a:t>
            </a:r>
            <a:br/>
            <a:r>
              <a:t>        break</a:t>
            </a:r>
            <a:br/>
            <a:br/>
            <a:r>
              <a:t>    # The continuation condition</a:t>
            </a:r>
            <a:br/>
            <a:r>
              <a:t>    if response.stop_reason == "tool_use":</a:t>
            </a:r>
            <a:br/>
            <a:r>
              <a:t>        tool_results = execute_tools(response.content)</a:t>
            </a:r>
            <a:br/>
            <a:r>
              <a:t>        messages.append({"role": "assistant", "content": response.content})</a:t>
            </a:r>
            <a:br/>
            <a:r>
              <a:t>        messages.append({"role": "user", "content": tool_results})</a:t>
            </a:r>
            <a:br/>
            <a:r>
              <a:t>        # Loop continues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What's in a Tool Use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When `stop_reason` is `"tool_use"`, the response content contains a tool use block.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It has four key parts: the `type` ("tool_use"), the `id` (a unique identifier for this specific call), the `name` (which tool Claude selected), and the `input` (the arguments Claude decided to pass).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What's in a Tool Use Response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The `id` matters because when you send the tool result back, you must reference this same ID. Claude uses it to match results to requests — especially when multiple tools are called in the same response.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Your code's job: find all `"tool_use"` blocks in the content, execute each tool with the provided inputs, and package the results back with matching IDs.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Appending Tool Results Correctly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The most common implementation mistake: forgetting to append both the assistant message AND the tool result before the next call.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This is the required sequence on every iteration: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First, append the full assistant response (the one containing the `tool_use` block) to the messages array.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Appending Tool Results Correctly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Second, append a user message containing the tool result. This is formatted as a list of tool_result blocks, each with the `tool_use_id` matching Claude's request, the content (the actual result), and whether it's an error.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Appending Tool Results Correctly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Then make the next API call with the full updated messages array.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Skip either step, and Claude's context is incomplete. It will either repeat itself or hallucinate what the tool returned.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Two stop_reason Values You Must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050584" y="1097280"/>
            <a:ext cx="45720" cy="530352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CAF50"/>
                </a:solidFill>
                <a:latin typeface="Calibri"/>
              </a:rPr>
              <a:t>Option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>There are other `stop_reason` values — like `"max_tokens"` and `"stop_sequence"` — but for agentic loops, these two are the only ones you need to make decisions about.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>`"tool_use"` means: Claude made a decision to call a tool. The loop must continue. **Do not** treat this as a complete response. **Do not** return this to the user.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7377"/>
                </a:solidFill>
                <a:latin typeface="Calibri"/>
              </a:rPr>
              <a:t>Option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/>
            </a:r>
          </a:p>
        </p:txBody>
      </p:sp>
      <p:pic>
        <p:nvPicPr>
          <p:cNvPr id="9" name="Picture 8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Two stop_reason Values You Must Know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050584" y="1097280"/>
            <a:ext cx="45720" cy="530352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CAF50"/>
                </a:solidFill>
                <a:latin typeface="Calibri"/>
              </a:rPr>
              <a:t>Option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>`"end_turn"` means: Claude has completed its response. The loop must stop. **Do not** keep looping "just to check." **Do not** inspect the text for keywords like "done" or "finished."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>The field speaks. Believe it.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7377"/>
                </a:solidFill>
                <a:latin typeface="Calibri"/>
              </a:rPr>
              <a:t>Option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/>
            </a:r>
          </a:p>
        </p:txBody>
      </p:sp>
      <p:pic>
        <p:nvPicPr>
          <p:cNvPr id="9" name="Picture 8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3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EXAM TIP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4A"/>
                </a:solidFill>
                <a:latin typeface="Calibri"/>
              </a:rPr>
              <a:t>Exam Tip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5303520" cy="4114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Calibri"/>
              </a:rPr>
              <a:t>The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928"/>
                </a:solidFill>
                <a:latin typeface="Calibri"/>
              </a:rPr>
              <a:t>The exam will present scenarios where a candidate is doing something other than reading `stop_reason` to control the loop.</a:t>
            </a:r>
            <a:br/>
            <a:br/>
            <a:r>
              <a:t>Examples you'll see as distractors: checking if the response text contains 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22415" y="2103120"/>
            <a:ext cx="5303520" cy="41148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295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8A5A"/>
                </a:solidFill>
                <a:latin typeface="Calibri"/>
              </a:rPr>
              <a:t>Correct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295" y="27432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928"/>
                </a:solidFill>
                <a:latin typeface="Calibri"/>
              </a:rPr>
              <a:t/>
            </a:r>
          </a:p>
        </p:txBody>
      </p:sp>
      <p:pic>
        <p:nvPicPr>
          <p:cNvPr id="11" name="Picture 10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to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`stop_reason = "tool_use"` → execute tool, append result, loop 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84248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92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`stop_reason = "end_turn"` → return response to user, stop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42616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5117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**Always append both the assistant message AND tool result** before the next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00984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0954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**The loop is `while True` with an explicit break** — Claude drives termination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59352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679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**Never use text content inspection** to decide whether to continue looping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17720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262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This pattern applies to every scenario on the exam — master it first</a:t>
            </a:r>
          </a:p>
        </p:txBody>
      </p:sp>
      <p:pic>
        <p:nvPicPr>
          <p:cNvPr id="18" name="Picture 17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