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makes the CCA-F exam structurally different from most certification exams.</a:t>
            </a:r>
          </a:p>
          <a:p/>
          <a:p>
            <a:r>
              <a:t>The exam isn't just a list of questions. It's organized around six real-world use cases called scenarios.</a:t>
            </a:r>
          </a:p>
          <a:p/>
          <a:p>
            <a:r>
              <a:t>Every question on the exam is framed around one of these six scenarios.</a:t>
            </a:r>
          </a:p>
          <a:p/>
          <a:p>
            <a:r>
              <a:t>And here's the catch: four of the six scenarios will appear on your exam. You don't know which four. Anthropic picks them.</a:t>
            </a:r>
          </a:p>
          <a:p/>
          <a:p>
            <a:r>
              <a:t>So you must know all six — well.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walk through all six scenarios so you know what you're preparing for.</a:t>
            </a:r>
          </a:p>
          <a:p/>
          <a:p>
            <a:r>
              <a:t>**Scenario 1: Customer Support Resolution Agent** — a multi-turn agent that handles customer inquiries, routes to tools, and escalates to humans. Primary domains: 1 (Agentic Architecture) and 5 (Context and Escalation).</a:t>
            </a:r>
          </a:p>
          <a:p/>
          <a:p>
            <a:r>
              <a:t>**Scenario 2: Code Generation with Claude Code** — using Claude Code in a developer workflow. Primary domain: 3 (Claude Code Configuration).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**Scenario 3: Multi-Agent Research System** — a coordinator spawning specialized subagents. Primary domain: 1 (Agentic Architecture), touching 5 (Context Reliability).</a:t>
            </a:r>
          </a:p>
          <a:p/>
          <a:p>
            <a:r>
              <a:t>**Scenario 4: Developer Productivity with Claude** — designing tools for software engineers. Primary domain: 2 (Tool Design and MCP).</a:t>
            </a:r>
          </a:p>
          <a:p/>
          <a:p>
            <a:r>
              <a:t>**Scenario 5: Claude Code for CI/CD** — running Claude non-interactively in pipelines. Primary domain: 3 (Claude Code Config) and 4 (Prompt Engineering).</a:t>
            </a:r>
          </a:p>
          <a:p/>
          <a:p>
            <a:r>
              <a:t>**Scenario 6: Structured Data Extraction** — using JSON schemas and batch APIs. Primary domain: 4 (Prompt Engineering).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domain theory isn't enough to pass this exam.</a:t>
            </a:r>
          </a:p>
          <a:p/>
          <a:p>
            <a:r>
              <a:t>You need to know how to *apply* domain concepts to specific scenarios.</a:t>
            </a:r>
          </a:p>
          <a:p/>
          <a:p>
            <a:r>
              <a:t>For example: the `stop_reason` control flow from Domain 1 applies differently in a Customer Support agent (where escalation to human is a real exit) than in a Research Pipeline (where the coordinator needs to aggregate before stopping).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scenario-aware candidate can answer questions that ask "In the Customer Support scenario, when should the agent escalate?" The domain-only candidate might know escalation rules in the abstract, but hesitate when the question is framed around a specific context.</a:t>
            </a:r>
          </a:p>
          <a:p/>
          <a:p>
            <a:r>
              <a:t>That's the gap this course closes. Every domain section explicitly ties back to which scenarios use that concept.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scenario primarily tests 2-3 domains. Here's how they map.</a:t>
            </a:r>
          </a:p>
          <a:p/>
          <a:p>
            <a:r>
              <a:t>Scenario 1 (Customer Support) hits Domains 1 and 5 hardest — agentic loop control and escalation decision-making.</a:t>
            </a:r>
          </a:p>
          <a:p/>
          <a:p>
            <a:r>
              <a:t>Scenario 3 (Research System) is almost pure Domain 1 — multi-agent coordination, subagent spawning, parallel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Scenarios 2 and 5 both feature Claude Code, but they test different things: Scenario 2 tests development workflow (Domain 3), while Scenario 5 tests CI/CD integration (Domain 3 + 4).</a:t>
            </a:r>
          </a:p>
          <a:p/>
          <a:p>
            <a:r>
              <a:t>Scenarios 4 and 6 pull in Domain 2 and 4 respectively — tool design and prompt engineering with structured output.</a:t>
            </a:r>
          </a:p>
          <a:p/>
          <a:p>
            <a:r>
              <a:t>The takeaway: if Domains 1, 3, and 4 are your strengths, you're well-positioned regardless of which four scenarios appear.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how to actually use the scenarios during preparation.</a:t>
            </a:r>
          </a:p>
          <a:p/>
          <a:p>
            <a:r>
              <a:t>First: learn each scenario's context. What system are we building? Who's the end user? What constraints apply? The scenario details matter for answer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Second: for each concept you learn in a domain section, ask yourself which scenarios it applies to. When you learn about programmatic vs. prompt enforcement in Domain 1, connect it to Scenario 1 (where workflow order matters) and Scenario 3 (where subagent coordination matters).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Third: practice the judgment call. For any decision pattern, be able to articulate: "In this scenario, I would use X instead of Y because..."</a:t>
            </a:r>
          </a:p>
          <a:p/>
          <a:p>
            <a:r>
              <a:t>Section 7 of this course is entirely dedicated to this third step.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must prioritize, here's a practical ranking.</a:t>
            </a:r>
          </a:p>
          <a:p/>
          <a:p>
            <a:r>
              <a:t>**Tier 1 — Study most deeply**: Scenarios 1 (Customer Support) and 3 (Research System). Both test Domain 1 extensively, which is your biggest exam lever. Together these two scenarios could represent half your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**Tier 2 — Study thoroughly**: Scenarios 5 (CI/CD) and 6 (Structured Data Extraction). These pull from Domains 3 and 4, the two 20%-weight domains.</a:t>
            </a:r>
          </a:p>
          <a:p/>
          <a:p>
            <a:r>
              <a:t>**Tier 3 — Study confidently**: Scenarios 2 (Code Generation) and 4 (Developer Productivity). These are more domain-specific (Domain 3 and 2) and may be easier to prep quickly if you have real-world Claude Code or tool design experience.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dangerous assumption is "I'll skip Scenario X because I'm weak in that domain."</a:t>
            </a:r>
          </a:p>
          <a:p/>
          <a:p>
            <a:r>
              <a:t>You don't get to choose. The exam chooses.</a:t>
            </a:r>
          </a:p>
          <a:p/>
          <a:p>
            <a:r>
              <a:t>A candidate who skips preparing for Scenarios 5 and 6 might walk into an exam where both appear. Prepare for all six at least to a level where you can handle questions about them.</a:t>
            </a:r>
          </a:p>
          <a:p/>
          <a:p>
            <a:r>
              <a:t>The minimum for each scenario: know its primary system, its main domain, and the two or three key architectural decisions it tests.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Six scenarios are defined; exactly four will appear on your exam</a:t>
            </a:r>
          </a:p>
          <a:p>
            <a:r>
              <a:t>- You don't choose — prepare for all six</a:t>
            </a:r>
          </a:p>
          <a:p>
            <a:r>
              <a:t>- Every question is framed around a specific scenario context</a:t>
            </a:r>
          </a:p>
          <a:p>
            <a:r>
              <a:t>- Scenarios 1 and 3 test Domain 1 (27%) — study these deepest</a:t>
            </a:r>
          </a:p>
          <a:p>
            <a:r>
              <a:t>- Section 7 of this course does a full scenario-by-scenario deep dive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6 Scenarios Are the Frame for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Here's what makes the CCA-F exam structurally different from most certification exams.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exam isn't just a list of questions. It's organized around six real-world use cases called scenarios.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Every question on the exam is framed around one of these six scenarios.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And here's the catch: four of the six scenarios will appear on your exam. You don't know which four. Anthropic picks them.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So you must know all six — well.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6 Scenarios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Let me walk through all six scenarios so you know what you're preparing for.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*Scenario 1: Customer Support Resolution Agent** — a multi-turn agent that handles customer inquiries, routes to tools, and escalates to humans. Primary domains: 1 (Agentic Architecture) and 5 (Context and Escalation).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*Scenario 2: Code Generation with Claude Code** — using Claude Code in a developer workflow. Primary domain: 3 (Claude Code Configuration).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6 Scenarios at a Glance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*Scenario 3: Multi-Agent Research System** — a coordinator spawning specialized subagents. Primary domain: 1 (Agentic Architecture), touching 5 (Context Reliability).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*Scenario 4: Developer Productivity with Claude** — designing tools for software engineers. Primary domain: 2 (Tool Design and MCP).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*Scenario 5: Claude Code for CI/CD** — running Claude non-interactively in pipelines. Primary domain: 3 (Claude Code Config) and 4 (Prompt Engineering).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*Scenario 6: Structured Data Extraction** — using JSON schemas and batch APIs. Primary domain: 4 (Prompt Engineering).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Scenarios Matter for Study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Knowing domain theory isn't enough to pass this exam.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You need to know how to *apply* domain concepts to specific scenarios.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For example: the `stop_reason` control flow from Domain 1 applies differently in a Customer Support agent (where escalation to human is a real exit) than in a Research Pipeline (where the coordinator needs to aggregate before stopping).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Scenarios Matter for Study Strategy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scenario-aware candidate can answer questions that ask "In the Customer Support scenario, when should the agent escalate?" The domain-only candidate might know escalation rules in the abstract, but hesitate when the question is framed around a specific context.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That's the gap this course closes. Every domain section explicitly ties back to which scenarios use that concept.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Scenarios and Domain Coverage — The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Each scenario primarily tests 2-3 domains. Here's how they map.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Scenario 1 (Customer Support) hits Domains 1 and 5 hardest — agentic loop control and escalation decision-making.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Scenario 3 (Research System) is almost pure Domain 1 — multi-agent coordination, subagent spawning, parallel execution.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Scenarios and Domain Coverage — The Matrix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Scenarios 2 and 5 both feature Claude Code, but they test different things: Scenario 2 tests development workflow (Domain 3), while Scenario 5 tests CI/CD integration (Domain 3 + 4).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Scenarios 4 and 6 pull in Domain 2 and 4 respectively — tool design and prompt engineering with structured output.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The takeaway: if Domains 1, 3, and 4 are your strengths, you're well-positioned regardless of which four scenarios appear.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to Use Scenarios in Your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Here's how to actually use the scenarios during preparation.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First: learn each scenario's context. What system are we building? Who's the end user? What constraints apply? The scenario details matter for answer evaluation.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to Use Scenarios in Your Study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Second: for each concept you learn in a domain section, ask yourself which scenarios it applies to. When you learn about programmatic vs. prompt enforcement in Domain 1, connect it to Scenario 1 (where workflow order matters) and Scenario 3 (where subagent coordination matters).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to Use Scenarios in Your Study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Third: practice the judgment call. For any decision pattern, be able to articulate: "In this scenario, I would use X instead of Y because..."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Section 7 of this course is entirely dedicated to this third step.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Which Scenarios to Study Hardest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If you must prioritize, here's a practical ranking.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*Tier 1 — Study most deeply**: Scenarios 1 (Customer Support) and 3 (Research System). Both test Domain 1 extensively, which is your biggest exam lever. Together these two scenarios could represent half your exam.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8543" cy="10058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Which Scenarios to Study Hardest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*Tier 2 — Study thoroughly**: Scenarios 5 (CI/CD) and 6 (Structured Data Extraction). These pull from Domains 3 and 4, the two 20%-weight domains.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*Tier 3 — Study confidently**: Scenarios 2 (Code Generation) and 4 (Developer Productivity). These are more domain-specific (Domain 3 and 2) and may be easier to prep quickly if you have real-world Claude Code or tool design experience.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111928"/>
                </a:solidFill>
                <a:latin typeface="Calibri"/>
              </a:rPr>
              <a:t>--</a:t>
            </a:r>
          </a:p>
        </p:txBody>
      </p:sp>
      <p:pic>
        <p:nvPicPr>
          <p:cNvPr id="6" name="Picture 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EXAM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4A"/>
                </a:solidFill>
                <a:latin typeface="Calibri"/>
              </a:rPr>
              <a:t>Exam Tip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5303520" cy="411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The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>The most dangerous assumption is "I'll skip Scenario X because I'm weak in that domain."</a:t>
            </a:r>
            <a:br/>
            <a:br/>
            <a:r>
              <a:t>You don't get to choose. The exam chooses.</a:t>
            </a:r>
            <a:br/>
            <a:br/>
            <a:r>
              <a:t>A candidate who skips preparing for Scenarios 5 and 6 might walk i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2415" y="2103120"/>
            <a:ext cx="5303520" cy="4114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8A5A"/>
                </a:solidFill>
                <a:latin typeface="Calibri"/>
              </a:rPr>
              <a:t>Correct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295" y="2743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928"/>
                </a:solidFill>
                <a:latin typeface="Calibri"/>
              </a:rPr>
              <a:t/>
            </a:r>
          </a:p>
        </p:txBody>
      </p:sp>
      <p:pic>
        <p:nvPicPr>
          <p:cNvPr id="11" name="Picture 10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Six scenarios are defined; exactly four will appear on your exam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84248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92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You don't choose — prepare for all six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42616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Every question is framed around a specific scenario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00984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954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Scenarios 1 and 3 test Domain 1 (27%) — study these deepest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59352"/>
            <a:ext cx="109728" cy="109728"/>
          </a:xfrm>
          <a:prstGeom prst="rect">
            <a:avLst/>
          </a:prstGeom>
          <a:solidFill>
            <a:srgbClr val="3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67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Section 7 of this course does a full scenario-by-scenario deep dive</a:t>
            </a:r>
          </a:p>
        </p:txBody>
      </p:sp>
      <p:pic>
        <p:nvPicPr>
          <p:cNvPr id="16" name="Picture 15" descr="dyer_innovat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263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