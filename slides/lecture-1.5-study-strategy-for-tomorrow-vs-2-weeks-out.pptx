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come to this course with very different time horizons.</a:t>
            </a:r>
          </a:p>
          <a:p/>
          <a:p>
            <a:r>
              <a:t>Some of you scheduled the exam weeks out and have time to work through everything systematically.</a:t>
            </a:r>
          </a:p>
          <a:p/>
          <a:p>
            <a:r>
              <a:t>Others have the exam in 24 hours and need the fastest possible path to 720.</a:t>
            </a:r>
          </a:p>
          <a:p/>
          <a:p>
            <a:r>
              <a:t>This lecture gives you a concrete study plan for both situations.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your exam is tomorrow, you don't have time to watch this course from start to finish.</a:t>
            </a:r>
          </a:p>
          <a:p/>
          <a:p>
            <a:r>
              <a:t>Here's your three-step plan.</a:t>
            </a:r>
          </a:p>
          <a:p/>
          <a:p>
            <a:r>
              <a:t>Step one: go to Section 9 right now. Watch all three lectures. The "20 Things You Must Know Cold" lecture alone covers the highest-probability exam concepts in under 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two: work through the Section 8 practice exam. Attempt every question before looking at the answer. Spending five seconds glancing at answers doesn't help. The practice only works if you commit to an answer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three: identify your weakest domain from the practice exam, then review that domain's cheat sheet in the resources folder. Sleep. Go pass the exam.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two weeks, here's how to approach this course systematically.</a:t>
            </a:r>
          </a:p>
          <a:p/>
          <a:p>
            <a:r>
              <a:t>In **Week 1**: work through Sections 2 through 6 — one domain section per day, in order. Start with Domain 1 (Section 2) since it's the highest weight. Each section has a quiz — take it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**Week 2**: start with Section 7 (Scenario Deep Dives) to cement how domain concepts apply in context. Then do the Section 8 practice exam. Use the results to identify your weakest domain and spend a day reviewing it. Finish with Section 9 (final review) the night before the exam.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course is sequenced this way deliberately.</a:t>
            </a:r>
          </a:p>
          <a:p/>
          <a:p>
            <a:r>
              <a:t>Domain knowledge is the foundation. Scenario application is how you convert domain knowledge into judgment. The exam tests judgment.</a:t>
            </a:r>
          </a:p>
          <a:p/>
          <a:p>
            <a:r>
              <a:t>If you skip the domain sections and go straight to scenario practice, you're trying to navigate without a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Conversely, if you spend all your time on domain theory and never practice applying it to scenarios, you'll find the exam questions feel slightly unfamiliar — because you've only ever seen the concepts in isolation.</a:t>
            </a:r>
          </a:p>
          <a:p/>
          <a:p>
            <a:r>
              <a:t>The two-week plan threads both.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candidates spend too much time reading and not enough time practicing.</a:t>
            </a:r>
          </a:p>
          <a:p/>
          <a:p>
            <a:r>
              <a:t>Reading lecture notes feels productive. But the exam doesn't test whether you remember reading something — it tests whether you can apply it to a new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higher-value activities: taking the quiz at the end of each section, working through the practice exam under time pressure, and being able to explain why each wrong answer is wrong — not just why the right answer is right.</a:t>
            </a:r>
          </a:p>
          <a:p/>
          <a:p>
            <a:r>
              <a:t>That last habit — distractor analysis — is probably the single most valuable exam prep activity in this course.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candidates who fail usually know the right answer intuitively but get pulled into a distractor that sounds plausible.</a:t>
            </a:r>
          </a:p>
          <a:p/>
          <a:p>
            <a:r>
              <a:t>For every practice question you get wrong, don't just note the correct answer. Understand why the wrong answer felt right, and identify the specific concept it misrepresents.</a:t>
            </a:r>
          </a:p>
          <a:p/>
          <a:p>
            <a:r>
              <a:t>This is what Section 8 of this course does systematically for all 12 official sample questions.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**If your exam is tomorrow**: Section 9 → Section 8 practice exam → weakest domain cheat sheet.</a:t>
            </a:r>
          </a:p>
          <a:p/>
          <a:p>
            <a:r>
              <a:t>**If your exam is 2 weeks out**: Sections 2-6 in order (one domain per day) → Section 7 scenarios → Section 8 practice exam → Section 9 the night before.</a:t>
            </a:r>
          </a:p>
          <a:p/>
          <a:p>
            <a:r>
              <a:t>In both cases: practice distractor analysis. Don't just mark questions correct or incorrect — understand why the wrong answers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Two Very Different Situations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People come to this course with very different time horizons.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Some of you scheduled the exam weeks out and have time to work through everything systematically.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Others have the exam in 24 hours and need the fastest possible path to 720.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This lecture gives you a concrete study plan for both situations.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If Your Exam Is Tomorrow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If your exam is tomorrow, you don't have time to watch this course from start to finish.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Here's your three-step plan.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Step one: go to Section 9 right now. Watch all three lectures. The "20 Things You Must Know Cold" lecture alone covers the highest-probability exam concepts in under 20 minutes.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If Your Exam Is Tomorrow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Step two: work through the Section 8 practice exam. Attempt every question before looking at the answer. Spending five seconds glancing at answers doesn't help. The practice only works if you commit to an answer first.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If Your Exam Is Tomorrow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Step three: identify your weakest domain from the practice exam, then review that domain's cheat sheet in the resources folder. Sleep. Go pass the exam.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Systematic 2-Week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With two weeks, here's how to approach this course systematically.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In **Week 1**: work through Sections 2 through 6 — one domain section per day, in order. Start with Domain 1 (Section 2) since it's the highest weight. Each section has a quiz — take it before moving on.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Systematic 2-Week Plan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In **Week 2**: start with Section 7 (Scenario Deep Dives) to cement how domain concepts apply in context. Then do the Section 8 practice exam. Use the results to identify your weakest domain and spend a day reviewing it. Finish with Section 9 (final review) the night before the exam.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Domain Order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The course is sequenced this way deliberately.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Domain knowledge is the foundation. Scenario application is how you convert domain knowledge into judgment. The exam tests judgment.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If you skip the domain sections and go straight to scenario practice, you're trying to navigate without a map.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Domain Order Matters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Conversely, if you spend all your time on domain theory and never practice applying it to scenarios, you'll find the exam questions feel slightly unfamiliar — because you've only ever seen the concepts in isolation.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The two-week plan threads both.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Most Common Preparation Mistake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50584" y="1097280"/>
            <a:ext cx="45720" cy="530352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CAF50"/>
                </a:solidFill>
                <a:latin typeface="Calibri"/>
              </a:rPr>
              <a:t>Option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>Most candidates spend too much time reading and not enough time practicing.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>Reading lecture notes feels productive. But the exam doesn't test whether you remember reading something — it tests whether you can apply it to a new scenario.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7377"/>
                </a:solidFill>
                <a:latin typeface="Calibri"/>
              </a:rPr>
              <a:t>Option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/>
            </a:r>
          </a:p>
        </p:txBody>
      </p:sp>
      <p:pic>
        <p:nvPicPr>
          <p:cNvPr id="9" name="Picture 8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Most Common Preparation Mistake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050584" y="1097280"/>
            <a:ext cx="45720" cy="530352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CAF50"/>
                </a:solidFill>
                <a:latin typeface="Calibri"/>
              </a:rPr>
              <a:t>Option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>The higher-value activities: taking the quiz at the end of each section, working through the practice exam under time pressure, and being able to explain why each wrong answer is wrong — not just why the right answer is right.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>That last habit — distractor analysis — is probably the single most valuable exam prep activity in this course.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7377"/>
                </a:solidFill>
                <a:latin typeface="Calibri"/>
              </a:rPr>
              <a:t>Option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11928"/>
                </a:solidFill>
                <a:latin typeface="Calibri"/>
              </a:rPr>
              <a:t/>
            </a:r>
          </a:p>
        </p:txBody>
      </p:sp>
      <p:pic>
        <p:nvPicPr>
          <p:cNvPr id="9" name="Picture 8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3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EXAM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4A"/>
                </a:solidFill>
                <a:latin typeface="Calibri"/>
              </a:rPr>
              <a:t>Exam Tip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5303520" cy="4114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Calibri"/>
              </a:rPr>
              <a:t>The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928"/>
                </a:solidFill>
                <a:latin typeface="Calibri"/>
              </a:rPr>
              <a:t>The candidates who fail usually know the right answer intuitively but get pulled into a distractor that sounds plausible.</a:t>
            </a:r>
            <a:br/>
            <a:br/>
            <a:r>
              <a:t>For every practice question you get wrong, don't just note the correct answer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22415" y="2103120"/>
            <a:ext cx="5303520" cy="41148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8A5A"/>
                </a:solidFill>
                <a:latin typeface="Calibri"/>
              </a:rPr>
              <a:t>Correct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295" y="27432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928"/>
                </a:solidFill>
                <a:latin typeface="Calibri"/>
              </a:rPr>
              <a:t/>
            </a:r>
          </a:p>
        </p:txBody>
      </p:sp>
      <p:pic>
        <p:nvPicPr>
          <p:cNvPr id="11" name="Picture 10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to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*If your exam is tomorrow**: Section 9 → Section 8 practice exam → weakest domain cheat sheet.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84248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92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*If your exam is 2 weeks out**: Sections 2-6 in order (one domain per day) → Section 7 scenarios → Section 8 practice exam → Section 9 the night before.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42616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5117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In both cases: practice distractor analysis. Don't just mark questions correct or incorrect — understand why the wrong answers fail.</a:t>
            </a:r>
          </a:p>
        </p:txBody>
      </p:sp>
      <p:pic>
        <p:nvPicPr>
          <p:cNvPr id="12" name="Picture 11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